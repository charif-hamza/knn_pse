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Classification KNN pour la Détection de Défauts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Système de Chauffage à Réservoir Agité (CSTH)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Plan de Présentation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1. Introduction et Contexte</a:t>
            </a:r>
          </a:p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2. Dataset CSTH</a:t>
            </a:r>
          </a:p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3. Méthodologie KNN</a:t>
            </a:r>
          </a:p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4. Recherche d'Hyperparamètres</a:t>
            </a:r>
          </a:p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5. Résultats Finaux</a:t>
            </a:r>
          </a:p>
          <a:p>
            <a:pPr>
              <a:spcBef>
                <a:spcPts val="600"/>
              </a:spcBef>
              <a:defRPr sz="2200">
                <a:solidFill>
                  <a:srgbClr val="404040"/>
                </a:solidFill>
              </a:defRPr>
            </a:pPr>
            <a:r>
              <a:t>6. Analyse et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Contexte : Détection de Défauts Industriels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Objectif : Détecter automatiquement les défauts instrumentaux dans un système de chauffage</a:t>
            </a:r>
          </a:p>
          <a:p>
            <a:pPr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Application : Maintenance prédictive et surveillance en temps réel</a:t>
            </a:r>
          </a:p>
          <a:p>
            <a:pPr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Approche : Classification supervisée par K-plus proches voisins (KNN)</a:t>
            </a:r>
          </a:p>
          <a:p>
            <a:pPr>
              <a:spcBef>
                <a:spcPts val="600"/>
              </a:spcBef>
              <a:defRPr sz="1800">
                <a:solidFill>
                  <a:srgbClr val="404040"/>
                </a:solidFill>
              </a:defRPr>
            </a:pPr>
            <a:r>
              <a:t>Données : Séries temporelles simulées du système CSTH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Dataset CSTH - Caractéristiques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Continuous Stirred Tank Heater : système de chauffage avec mélange d'eau chaude/froide, chauffage vapeur et contrôle en boucle fermée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743200"/>
          <a:ext cx="457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Caractéristique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Échantillons d'entraînement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6 300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Échantillons de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Échantillons de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1 800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Dimension temporelle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 pas de temps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Nombre de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 (normal / défaut)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~50% / ~50%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Méthodologie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Méthodologie : Pipeline KNN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1. Prétraitement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 • Standardisation des données (moyenne=0, écart-type=1)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 • Réduction de dimensionnalité par ACP (95% variance)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2. Calcul des distances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 • Distance euclidienne sur séries temporelles aplaties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3. Classification KNN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 • Vote pondéré par distance inverse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 • Validation croisée par groupes (5 folds)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Résultats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Recherche d'Hyperparamètres : Valeur de 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01168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Temps (s)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</a:defRPr>
            </a:pPr>
            <a:r>
              <a:t>→ Meilleure performance : k = 25 (F1 = 0.792)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Résultats Finaux sur Ensemble de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31520" y="1828800"/>
            <a:ext cx="2011680" cy="118872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83.61%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828800"/>
            <a:ext cx="2011680" cy="11887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83.45%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06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828800"/>
            <a:ext cx="2011680" cy="11887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011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0.70s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06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4E79"/>
                </a:solidFill>
              </a:defRPr>
            </a:pPr>
            <a:r>
              <a:t>Performance par Classe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371600" y="3931920"/>
          <a:ext cx="5760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Précision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Rappel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Défaut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Matrice de Confusion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828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Prédictions vs Réalité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256032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Prédit: Normal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Prédit: Défaut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Réel: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662 (VN)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235 (FP)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Réel: Défaut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60 (FN)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843 (VP)</a:t>
                      </a:r>
                    </a:p>
                  </a:txBody>
                  <a:tcPr>
                    <a:solidFill>
                      <a:srgbClr val="C6E0B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548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VN (Vrai Négatif) : Normal correctement identifié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VP (Vrai Positif) : Défaut correctement détecté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FP (Faux Positif) : Fausse alarme (26.2%)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FN (Faux Négatif) : Défaut manqué (6.6%)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Métriques Spécifiques à la Détection de Défauts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2011680"/>
            <a:ext cx="2743200" cy="137160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93.36%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Taux de Détection</a:t>
            </a:r>
          </a:p>
          <a:p>
            <a:r>
              <a:t>(Rappel)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011680"/>
            <a:ext cx="2743200" cy="13716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26.20%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88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Taux de</a:t>
            </a:r>
          </a:p>
          <a:p>
            <a:r>
              <a:t>Fausses Alarmes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Points forts :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Excellente détection des défauts (93.4% de rappel)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Peu de défauts manqués (60/903 = 6.6%)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Points d'amélioration :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Taux de fausses alarmes élevé (26.2%)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235 échantillons normaux classés comme défauts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Compromis performance-coût :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Configuration adaptée aux cas où manquer un défaut coûte cher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  • Acceptable si vérification humaine post-alarme possible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Impact du Prétraitement (Étude d'Ablation)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Comparaison des différentes configurations de pipeline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56032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F1-weighted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Sans prétraitement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Standardisation seule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ACP seule (95% var)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~0.75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Pipeline complet (std+ACP)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548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→ Le pipeline complet (standardisation + ACP) offre les meilleures performances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→ Gain de ~6 points de pourcentage par rapport à la baseline</a:t>
            </a:r>
          </a:p>
          <a:p>
            <a:pPr>
              <a:spcBef>
                <a:spcPts val="600"/>
              </a:spcBef>
              <a:defRPr sz="1500">
                <a:solidFill>
                  <a:srgbClr val="404040"/>
                </a:solidFill>
              </a:defRPr>
            </a:pPr>
            <a:r>
              <a:t>→ Réduction de dimensionnalité (600 → 6 features) tout en préservant 95% de variance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Conclusions et Perspectives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Résultats obtenus :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83.6% de précision globale sur données de test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Excellent taux de détection des défauts (93.4%)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Pipeline efficace et rapide (&lt;1s pour 1800 échantillons)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Forces de l'approche KNN :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Simplicité et interprétabilité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Pas de phase d'entraînement coûteuse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Performance robuste avec prétraitement adéquat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Pistes d'amélioration :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Réduire le taux de fausses alarmes (ajustement du seuil)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Tester DTW pour mieux capturer la dynamique temporelle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  • Explorer des ensembles de modèles (KNN + autres)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